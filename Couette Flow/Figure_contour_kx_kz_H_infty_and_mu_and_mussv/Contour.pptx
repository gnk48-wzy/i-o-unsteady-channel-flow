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8" y="5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B084019-916E-3CCD-30DB-C4C7BEE70A99}"/>
              </a:ext>
            </a:extLst>
          </p:cNvPr>
          <p:cNvGrpSpPr/>
          <p:nvPr/>
        </p:nvGrpSpPr>
        <p:grpSpPr>
          <a:xfrm>
            <a:off x="4159001" y="1477471"/>
            <a:ext cx="3970310" cy="3241973"/>
            <a:chOff x="4159001" y="1477471"/>
            <a:chExt cx="3970310" cy="32419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D90BD8-B7BF-AA42-12BB-B9596A1FA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001" r="3834"/>
            <a:stretch>
              <a:fillRect/>
            </a:stretch>
          </p:blipFill>
          <p:spPr>
            <a:xfrm>
              <a:off x="4159001" y="1662140"/>
              <a:ext cx="3970310" cy="305730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446AB37-7BC0-33CA-2FE2-974E66B6267A}"/>
                    </a:ext>
                  </a:extLst>
                </p:cNvPr>
                <p:cNvSpPr txBox="1"/>
                <p:nvPr/>
              </p:nvSpPr>
              <p:spPr>
                <a:xfrm>
                  <a:off x="5619113" y="1477471"/>
                  <a:ext cx="10500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446AB37-7BC0-33CA-2FE2-974E66B62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113" y="1477471"/>
                  <a:ext cx="105008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10BE6E-DB9B-2B8D-8A88-A74F0DF36D31}"/>
              </a:ext>
            </a:extLst>
          </p:cNvPr>
          <p:cNvGrpSpPr/>
          <p:nvPr/>
        </p:nvGrpSpPr>
        <p:grpSpPr>
          <a:xfrm>
            <a:off x="8056597" y="1465673"/>
            <a:ext cx="3970310" cy="3253769"/>
            <a:chOff x="8345657" y="1465673"/>
            <a:chExt cx="4076403" cy="32537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13E2F3-D4BF-6087-2B2A-27A96F919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657" y="1662139"/>
              <a:ext cx="4076403" cy="305730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0E19C4A-5056-C488-07E3-D2CD942BF303}"/>
                    </a:ext>
                  </a:extLst>
                </p:cNvPr>
                <p:cNvSpPr txBox="1"/>
                <p:nvPr/>
              </p:nvSpPr>
              <p:spPr>
                <a:xfrm>
                  <a:off x="9774017" y="1465673"/>
                  <a:ext cx="10500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0E19C4A-5056-C488-07E3-D2CD942BF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4017" y="1465673"/>
                  <a:ext cx="105008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2817372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WPS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Wei, Zhengyang</cp:lastModifiedBy>
  <cp:revision>5</cp:revision>
  <dcterms:created xsi:type="dcterms:W3CDTF">2023-08-09T12:44:00Z</dcterms:created>
  <dcterms:modified xsi:type="dcterms:W3CDTF">2026-03-07T01:16:53Z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